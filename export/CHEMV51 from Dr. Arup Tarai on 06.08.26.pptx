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A3437-3D9A-4987-9BFC-38819FBC326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4120-365A-4B77-BE94-2C037D76A9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80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A3437-3D9A-4987-9BFC-38819FBC326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4120-365A-4B77-BE94-2C037D76A9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3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A3437-3D9A-4987-9BFC-38819FBC326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4120-365A-4B77-BE94-2C037D76A9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432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A3437-3D9A-4987-9BFC-38819FBC326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4120-365A-4B77-BE94-2C037D76A9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823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A3437-3D9A-4987-9BFC-38819FBC326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4120-365A-4B77-BE94-2C037D76A9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861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A3437-3D9A-4987-9BFC-38819FBC326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4120-365A-4B77-BE94-2C037D76A9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949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A3437-3D9A-4987-9BFC-38819FBC326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4120-365A-4B77-BE94-2C037D76A9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821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A3437-3D9A-4987-9BFC-38819FBC326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4120-365A-4B77-BE94-2C037D76A9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605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A3437-3D9A-4987-9BFC-38819FBC326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4120-365A-4B77-BE94-2C037D76A9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825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A3437-3D9A-4987-9BFC-38819FBC326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4120-365A-4B77-BE94-2C037D76A9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54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A3437-3D9A-4987-9BFC-38819FBC326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4120-365A-4B77-BE94-2C037D76A9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92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A3437-3D9A-4987-9BFC-38819FBC326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B4120-365A-4B77-BE94-2C037D76A9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05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501" y="536680"/>
            <a:ext cx="1117972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i="0" dirty="0" smtClean="0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Food is one of the basic needs of all living organisms that are consumed for day-to-day activities. Food contains a variety of essential minerals and nutrients such as carbohydrates, water, lipids, and proteins that animals, including humans, can consume or drink for nutrition or pleasure.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4183393" y="126669"/>
            <a:ext cx="20786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Food adulteration</a:t>
            </a:r>
            <a:endParaRPr lang="en-IN" b="1" dirty="0"/>
          </a:p>
        </p:txBody>
      </p:sp>
      <p:sp>
        <p:nvSpPr>
          <p:cNvPr id="6" name="Down Arrow 5"/>
          <p:cNvSpPr/>
          <p:nvPr/>
        </p:nvSpPr>
        <p:spPr>
          <a:xfrm>
            <a:off x="4723001" y="1554152"/>
            <a:ext cx="176169" cy="5872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4811085" y="1632705"/>
            <a:ext cx="21433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 smtClean="0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Increase population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4094607" y="2183254"/>
            <a:ext cx="17558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 smtClean="0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Need more food</a:t>
            </a:r>
            <a:endParaRPr lang="en-IN" dirty="0"/>
          </a:p>
        </p:txBody>
      </p:sp>
      <p:sp>
        <p:nvSpPr>
          <p:cNvPr id="9" name="Down Arrow 8"/>
          <p:cNvSpPr/>
          <p:nvPr/>
        </p:nvSpPr>
        <p:spPr>
          <a:xfrm>
            <a:off x="4727194" y="2594459"/>
            <a:ext cx="176169" cy="5872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899170" y="2679959"/>
            <a:ext cx="2310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 smtClean="0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Resources are limited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3859847" y="3267188"/>
            <a:ext cx="20786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Food adulteration</a:t>
            </a:r>
            <a:endParaRPr lang="en-IN" b="1" dirty="0"/>
          </a:p>
        </p:txBody>
      </p:sp>
      <p:sp>
        <p:nvSpPr>
          <p:cNvPr id="12" name="Rectangle 11"/>
          <p:cNvSpPr/>
          <p:nvPr/>
        </p:nvSpPr>
        <p:spPr>
          <a:xfrm>
            <a:off x="166464" y="4070893"/>
            <a:ext cx="3426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What is the Food adulteration?</a:t>
            </a:r>
            <a:endParaRPr lang="en-IN" b="1" dirty="0"/>
          </a:p>
        </p:txBody>
      </p:sp>
      <p:sp>
        <p:nvSpPr>
          <p:cNvPr id="13" name="Rectangle 12"/>
          <p:cNvSpPr/>
          <p:nvPr/>
        </p:nvSpPr>
        <p:spPr>
          <a:xfrm>
            <a:off x="6954429" y="3343363"/>
            <a:ext cx="3631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Why we need Food adulteration?</a:t>
            </a:r>
            <a:endParaRPr lang="en-IN" b="1" dirty="0"/>
          </a:p>
        </p:txBody>
      </p:sp>
      <p:sp>
        <p:nvSpPr>
          <p:cNvPr id="14" name="Rectangle 13"/>
          <p:cNvSpPr/>
          <p:nvPr/>
        </p:nvSpPr>
        <p:spPr>
          <a:xfrm>
            <a:off x="510414" y="4550297"/>
            <a:ext cx="349113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Food Adulteration can be defined as the practice of adulterating food or contamination of food materials by adding a few substances, which are collectively called adulterants.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43682" y="3754612"/>
            <a:ext cx="5651240" cy="2951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444444"/>
                </a:solidFill>
                <a:effectLst/>
                <a:latin typeface="Poppins"/>
              </a:rPr>
              <a:t> </a:t>
            </a:r>
            <a:r>
              <a:rPr lang="en-US" b="0" i="0" dirty="0" err="1" smtClean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Practised</a:t>
            </a:r>
            <a:r>
              <a:rPr lang="en-US" b="0" i="0" dirty="0" smtClean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a part of the business strategy.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 imitation of some other food substance.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Lack of knowledge of proper food consumption.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increase the quantity of food production and sales.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Increased food demand for a rapidly growing population.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make maximum profit from food items by fewer investments.</a:t>
            </a:r>
            <a:endParaRPr lang="en-US" b="0" i="0" dirty="0">
              <a:solidFill>
                <a:srgbClr val="44444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777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23" y="685028"/>
            <a:ext cx="3733171" cy="52324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243" y="290308"/>
            <a:ext cx="4425164" cy="51616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407" y="474974"/>
            <a:ext cx="3919525" cy="47194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5600" y="290308"/>
            <a:ext cx="2268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Adulterants in Food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377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098"/>
            <a:ext cx="6332523" cy="594016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369" y="1794616"/>
            <a:ext cx="5378528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625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1" y="356054"/>
            <a:ext cx="7563906" cy="541095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903" y="2944431"/>
            <a:ext cx="2572109" cy="310558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583446" y="6050014"/>
            <a:ext cx="2101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err="1" smtClean="0"/>
              <a:t>Argemone</a:t>
            </a:r>
            <a:r>
              <a:rPr lang="en-IN" dirty="0" smtClean="0"/>
              <a:t> </a:t>
            </a:r>
            <a:r>
              <a:rPr lang="en-IN" dirty="0" err="1" smtClean="0"/>
              <a:t>mexicana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340" y="356054"/>
            <a:ext cx="3764218" cy="239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576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20" y="654854"/>
            <a:ext cx="5891588" cy="40448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632" y="654854"/>
            <a:ext cx="5644157" cy="404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870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68" y="429266"/>
            <a:ext cx="7256793" cy="41091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253" y="195065"/>
            <a:ext cx="2600688" cy="281026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0711" y="3005332"/>
            <a:ext cx="4451553" cy="347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98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60" y="377505"/>
            <a:ext cx="5515712" cy="431762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597" y="424470"/>
            <a:ext cx="5583848" cy="427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26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79" y="88809"/>
            <a:ext cx="5900040" cy="37143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909" y="88809"/>
            <a:ext cx="5197990" cy="38323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785" y="3612210"/>
            <a:ext cx="4516285" cy="32457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508" y="3803207"/>
            <a:ext cx="4419635" cy="306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642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6" y="179361"/>
            <a:ext cx="7219355" cy="58691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411" y="179361"/>
            <a:ext cx="4275657" cy="631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046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47" y="370119"/>
            <a:ext cx="6440089" cy="542667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998" y="370119"/>
            <a:ext cx="3979415" cy="581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949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142</Words>
  <Application>Microsoft Office PowerPoint</Application>
  <PresentationFormat>Widescreen</PresentationFormat>
  <Paragraphs>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Poppins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21</cp:revision>
  <dcterms:created xsi:type="dcterms:W3CDTF">2026-08-06T03:22:13Z</dcterms:created>
  <dcterms:modified xsi:type="dcterms:W3CDTF">2026-08-06T04:23:12Z</dcterms:modified>
</cp:coreProperties>
</file>